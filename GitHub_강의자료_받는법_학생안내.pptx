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수업의 강의자료와 실습파일은 전부 GitHub에서 받습니다. 오늘은 자료를 받는 방법만 배웁니다. 여러분이 무언가를 올릴 일은 없으니 부담 갖지 마세요. GitHub 계정도 만들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겪었을 문제부터 짚고 갑니다. 파일 이름이 뒤죽박죽되고, 어떤 게 최신인지 모르고, 자료가 올라왔는지도 모르는 상황. GitHub는 이걸 구조적으로 해결합니다.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과목 모두 같은 방식입니다. 자기 수강 과목 주소만 기억하면 됩니다. 지금 노트북으로 한 번 열어보게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방법을 대비시켜 보여주고, B가 어렵지 않다는 점을 미리 안심시킵니다.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화면을 띄워놓고 같이 따라 하게 하세요. 초록색 Code 버튼 위치만 알면 끝입니다. 마지막 두 줄로 방법 B의 필요성을 자연스럽게 깔아둡니다.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LMS 공지에 이 주소를 그대로 걸어두면 학생들이 클릭 한 번으로 받습니다. 규칙만 알면 어느 저장소든 만들 수 있다는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실제로 겪을 상황을 먼저 그려주고, Git이 그걸 어떻게 없애는지 대비시킵니다. 마지막 터미널 화면으로 “외울 게 두 줄뿐”이라는 안도감을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주의를 꼭 짚어주세요. 1학년 학생들이 검색 광고를 눌러 엉뚱한 프로그램을 까는 사고가 흔합니다. 맥 사용자는 터미널이 이미 있으니 설치 없이 넘어가면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화면이 영어라 겁먹는 학생이 많습니다. “전부 Next”라고 명확히 말해주고, 체크할 항목 하나만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 표기 차이(C:\ → /c/)가 첫 좌절 지점입니다. 하지만 우클릭으로 열면 경로를 칠 일이 없다는 걸 알려주면 대부분 해결됩니다. 우클릭 방법을 강력히 권하세요.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clone은 “복제해 온다”는 뜻입니다. 인터넷의 저장소를 통째로 내 컴퓨터로 가져오는 것. 딱 한 번만 한다는 점을 반복해서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pull은 “당겨온다”는 뜻입니다. 매주 수업 시작할 때 다 같이 한 번씩 쳐보게 하면 금방 습관이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둘을 헷갈리는 학생이 가장 많습니다. 이 표를 캡처해서 갖고 있으라고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Releases는 선택 사항입니다. 어려우면 웹에서 클릭으로 받으라고 안내하세요. curl은 Git Bash에 기본으로 들어 있어 따로 설치할 필요가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손 드는 학생의 90%가 이 셋 중 하나입니다. 이 장을 미리 보여주면 질문이 확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안심시키고 끝냅니다. Git이 안 되더라도 웹으로 받으면 수업에는 문제없다는 점을 꼭 말해주세요. 부담을 없애야 나머지 학생들도 시도합니다.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안내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설치부터 매주 새 자료 받기까지 — 처음 해보는 사람을 위한 안내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3392424" cy="960120"/>
          </a:xfrm>
          <a:prstGeom prst="roundRect">
            <a:avLst>
              <a:gd name="adj" fmla="val 6667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 ·  github.com/ikjaekim-sketch/AI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98264" y="3886200"/>
            <a:ext cx="3392424" cy="960120"/>
          </a:xfrm>
          <a:prstGeom prst="roundRect">
            <a:avLst>
              <a:gd name="adj" fmla="val 6667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72584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프로그래밍  ·  github.com/ikjaekim-sketch/C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56448" y="3886200"/>
            <a:ext cx="3392424" cy="960120"/>
          </a:xfrm>
          <a:prstGeom prst="roundRect">
            <a:avLst>
              <a:gd name="adj" fmla="val 6667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30768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운영체제  ·  github.com/ikjaekim-sketch/OS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준비물   ·   인터넷이 되는 노트북   ·   GitHub 계정은 필요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GitHub인가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자료를 한 곳에서, 항상 최신으로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이메일이나 게시판으로 받을 때 생기는 문제를 없애줍니다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9242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95728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최신본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383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“최종_최종_진짜최종.pdf”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혼란이 없습니다.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주소는 언제나 하나입니다.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8264" y="2103120"/>
            <a:ext cx="339242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2395728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18304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전부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18304" y="3383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하나씩 클릭할 필요 없이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학기 자료를 통째로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내려받을 수 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2103120"/>
            <a:ext cx="339242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395728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76488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것만 갱신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76488" y="3383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자료가 올라오면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한 줄로 달라진 부분만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받아옵니다.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98348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목표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받는 방법 두 가지를 배웁니다 — ① 웹에서 클릭으로  ② Git Bash로 명령어 한 줄.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주소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수업 자료가 있는 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저장소(repository)란 자료를 모아두는 인터넷상의 폴더라고 생각하면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8600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860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286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9115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20040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2004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6596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프로그래밍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200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9115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11480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1148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운영체제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07492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해보세요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주소창에 위 주소를 그대로 입력하면 자료 목록이 보입니다. 로그인은 필요 없습니다.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그림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받는 방법은 두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둘 다 해봅니다. 급하면 A, 익숙해지면 B를 쓰세요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웹으로 받기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당장 쓸 수 있는 방법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클릭 몇 번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설치할 것 없음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 컴퓨터·태블릿에서도 가능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전체를 다시 받아야 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81928" y="21031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01968" y="2377440"/>
            <a:ext cx="457200" cy="4572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328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Bash로 받기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01968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학기 내내 편해지는 방법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47688" y="32918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한 번만 프로그램 설치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한 줄로 갱신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파일만 빠르게 받음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컴퓨터에 사본이 남음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68112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468112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기억하세요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B가 어려워 보여도 실제로 외울 명령어는 딱 3개입니다. 오늘 다 해봅니다.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클릭으로 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설치할 것이 하나도 없습니다. 지금 바로 따라 해보세요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주소로 접속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github.com/ikjaekim-sketch/C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주소창에 그대로 입력합니다.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8211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2377440"/>
            <a:ext cx="420624" cy="420624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2926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초록색 Code 버튼 클릭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364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오른쪽 위에 있는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초록색 버튼입니다.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7103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37744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ZIP 클릭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364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아래 항목입니다.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파일이 내려받아집니다.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5995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006840" y="2148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37744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1160" y="2926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 풀기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81160" y="3364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폴더에서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마우스 우클릭 → 압축 풀기.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590288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590288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압축을 풀지 않고 ZIP 안에서 바로 파일을 열면, 실습 코드가 제대로 동작하지 않을 수 있습니다.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68112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468112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자료가 올라올 때마다 처음부터 다시 받아야 하고, 무엇이 새로 올라왔는지 알기 어렵습니다.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주소만 알면 클릭 한 번에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주소를 누르면 설명 화면 없이 곧바로 ZIP이 내려받아집니다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프로그래밍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https://github.com/ikjaekim-sketch/C/archive/refs/heads/main.zip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163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816352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https://github.com/ikjaekim-sketch/AI/archive/refs/heads/main.zip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911535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295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운영체제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3529584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https://github.com/ikjaekim-sketch/OS/archive/refs/heads/main.zip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주소가 만들어지는 규칙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1772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저장소 주소</a:t>
            </a:r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/archive/refs/heads/main.zip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48640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알아두기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main은 “기본 폴더”의 이름입니다. 우리 수업 저장소는 모두 main을 씁니다.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A의 한계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3주차가 되면 이런 일이 생깁니다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Git을 배웁니다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FEF1F0"/>
          </a:solidFill>
          <a:ln w="12700">
            <a:solidFill>
              <a:srgbClr val="F5C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ZIP을 세 번 받았는데  </a:t>
            </a:r>
            <a:pPr indent="0" marL="0">
              <a:buNone/>
            </a:pPr>
            <a:r>
              <a:rPr lang="en-US" sz="1250" dirty="0">
                <a:solidFill>
                  <a:srgbClr val="A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어느 폴더가 최신인지 모릅니다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FEF1F0"/>
          </a:solidFill>
          <a:ln w="12700">
            <a:solidFill>
              <a:srgbClr val="F5C2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9864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자료가 올라왔는데  </a:t>
            </a:r>
            <a:pPr indent="0" marL="0">
              <a:buNone/>
            </a:pPr>
            <a:r>
              <a:rPr lang="en-US" sz="1250" dirty="0">
                <a:solidFill>
                  <a:srgbClr val="A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올라온 줄도 모르고 지나갑니다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FEF1F0"/>
          </a:solidFill>
          <a:ln w="12700">
            <a:solidFill>
              <a:srgbClr val="F5C2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4845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전체를 또 받자니  </a:t>
            </a:r>
            <a:pPr indent="0" marL="0">
              <a:buNone/>
            </a:pPr>
            <a:r>
              <a:rPr lang="en-US" sz="1250" dirty="0">
                <a:solidFill>
                  <a:srgbClr val="A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용량도 시간도 아깝습니다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056632" cy="2231136"/>
          </a:xfrm>
          <a:prstGeom prst="roundRect">
            <a:avLst>
              <a:gd name="adj" fmla="val 3279"/>
            </a:avLst>
          </a:prstGeom>
          <a:solidFill>
            <a:srgbClr val="EAF7E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3591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6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Git을 쓰면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폴더는 항상 하나 — 늘 최신 상태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자료가 있으면 알아서 받아옵니다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파일만 받아 몇 초면 끝납니다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학기 동안 여러분이 칠 명령어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11535" cy="1335024"/>
          </a:xfrm>
          <a:prstGeom prst="roundRect">
            <a:avLst>
              <a:gd name="adj" fmla="val 137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502920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502920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502920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974336"/>
            <a:ext cx="9631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평생 쓸 명령어는 이 두 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5413248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&lt;주소&gt;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5687568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내려받기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Bash는 Git for Windows를 설치하면 함께 깔립니다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다운로드 주소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https://git-scm.com/downloads/win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59775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기준 최신 2.55.0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61188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주소로 접속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검색해서 들어가지 말고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주소를 직접 입력하세요.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98264" y="338328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90872" y="361188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66944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Setup 클릭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90872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“Git for Windows/x64 Setup”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누르면 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56448" y="338328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9056" y="361188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25128" y="36118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파일 저장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49056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폴더에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 파일이 받아집니다.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4924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주의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Git은 반드시 위 공식 사이트에서만 받으세요. 검색 결과 광고나 다른 사이트의 설치 파일은 위험할 수 있습니다.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설치는 기본값 그대로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선택지가 많이 나오지만 하나만 확인하면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949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순서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724912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.exe 파일을 더블클릭합니다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앱이 변경하도록 허용?” → 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나오는 화면마다 Next 를 계속 누릅니다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Install → Finish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2103120"/>
            <a:ext cx="3730752" cy="2286000"/>
          </a:xfrm>
          <a:prstGeom prst="roundRect">
            <a:avLst>
              <a:gd name="adj" fmla="val 3200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여기만 확인!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“Select Components” 화면에서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Windows Explorer integration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3816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항목이 켜져 있어야 폴더에서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마우스 우클릭으로 Git Bash를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열 수 있습니다. (기본값 켜짐)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66344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시간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2~3분이면 끝납니다. 설치 중에 컴퓨터를 다시 시작할 필요는 없습니다.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04688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04688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맥·리눅스 사용자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필요 없습니다. 이미 있는 터미널 앱을 열면 같은 명령어가 그대로 동작합니다.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실행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열고 설치 확인하기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창이 떠도 놀라지 마세요. 글자로 명령하는 화면일 뿐입니다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설치가 잘 됐는지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486400" cy="1883664"/>
          </a:xfrm>
          <a:prstGeom prst="roundRect">
            <a:avLst>
              <a:gd name="adj" fmla="val 9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6060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26060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6060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5511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99008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326440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2.55.0.windows.1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353872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381304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이렇게 버전이 나오면 성공!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Windows 경로 읽는 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423160"/>
            <a:ext cx="5056632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탐색기에서는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C:\Users\내이름\Documents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2186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Bash에서는</a:t>
            </a:r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/c/Users/내이름/Documents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작업할 폴더에서 바로 열기 — 가장 편한 방법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탐색기에서 자료를 둘 폴더를 만든 뒤 → 그 폴더 안 빈 곳에 마우스 우클릭 → “Open Git Bash here”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 11에서는 “추가 옵션 표시”를 먼저 눌러야 보입니다)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605272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605272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열면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경로를 직접 입력할 필요가 없습니다. 그 폴더에서 바로 시작합니다.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— 자료 처음 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과목당 딱 한 번만 하면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680960" cy="2157984"/>
          </a:xfrm>
          <a:prstGeom prst="roundRect">
            <a:avLst>
              <a:gd name="adj" fmla="val 84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8600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228600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28600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2311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267004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https://github.com/ikjaekim-sketch/C.git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294436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321868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Cloning into 'C'...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349300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Enumerating objects: 12, done.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376732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objects: 100% (12/12), done.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2103120"/>
            <a:ext cx="2999232" cy="219456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96528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있던 자리에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“C” 라는 폴더가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생깁니다.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안에 강의자료가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들어 있습니다.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 만드는 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911535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09160"/>
            <a:ext cx="10454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저장소 주소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예)  git clone https://github.com/ikjaekim-sketch/AI.git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53212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번만!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clone은 과목마다 처음 한 번만 합니다. 두 번 하면 “already exists” 오류가 납니다. 그 다음부터는 pull을 씁니다.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— 새 자료 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전에 이 한 줄이면 끝납니다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23317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clone으로 만들어진 폴더(C)를 엽니다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7889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안 빈 곳에서 우클릭 → Open Git Bash here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420624" cy="42062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32461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을 치고 Enter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7360920" cy="1335024"/>
          </a:xfrm>
          <a:prstGeom prst="roundRect">
            <a:avLst>
              <a:gd name="adj" fmla="val 137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06908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406908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06908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01421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4453128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4727448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03_포인터.pdf, 03_실습_pointer.c  | 신규 파일 2개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2057400"/>
            <a:ext cx="3319272" cy="2834640"/>
          </a:xfrm>
          <a:prstGeom prst="roundRect">
            <a:avLst>
              <a:gd name="adj" fmla="val 2581"/>
            </a:avLst>
          </a:prstGeom>
          <a:solidFill>
            <a:srgbClr val="EAF7E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267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6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이럴 때 편합니다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26060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자료가 있으면 받아옵니다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없으면 “Already up to date.” 라고만 나옵니다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파일만 받아 몇 초면 끝납니다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파일이 새로 왔는지 목록으로 보여줍니다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3212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습관 만들기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시작 전 “폴더 우클릭 → git pull” 한 번. 이것만 기억하세요.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clone과 pull, 언제 무엇을?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헷갈릴 때 이 장만 보면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603504"/>
          </a:xfrm>
          <a:prstGeom prst="rect">
            <a:avLst/>
          </a:prstGeom>
          <a:solidFill>
            <a:srgbClr val="1B1F24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21031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78040" y="2103120"/>
            <a:ext cx="4233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91153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0662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7066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과목마다 처음 딱 한 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78040" y="2706624"/>
            <a:ext cx="4233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전마다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10911535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012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33101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저장소를 통째로 복제해 폴더를 만듦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78040" y="3310128"/>
            <a:ext cx="4233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안에서 바뀐 파일만 받아옴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913632"/>
            <a:ext cx="1091153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1363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것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8920" y="39136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주소 (.git 붙여서)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3913632"/>
            <a:ext cx="4233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 필요 없음 — 폴더가 기억하고 있음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17136"/>
            <a:ext cx="10911535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1713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걸리는 시간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4517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초 ~ 수십 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78040" y="4517136"/>
            <a:ext cx="4233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1~2초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FFF4E8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44068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외우는 법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“처음엔 clone, 그 다음엔 계속 pull.” 이 한 문장이면 충분합니다.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— 주차별로 묶어서 받기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교수가 “3주차 자료”처럼 묶어 올리면 여기에 쌓입니다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웹에서 확인하기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5486400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페이지 오른쪽의 </a:t>
            </a:r>
            <a:pPr indent="0" marL="0">
              <a:buNone/>
            </a:pPr>
            <a:r>
              <a:rPr lang="en-US" sz="12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클릭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주소를 직접 입력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github.com/ikjaekim-sketch/C/releases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목록이 보이고, 필요한 주차의 파일만 클릭해서 받으면 됩니다.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Git Bash에서 받기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92240" y="2395728"/>
            <a:ext cx="5056632" cy="1883664"/>
          </a:xfrm>
          <a:prstGeom prst="roundRect">
            <a:avLst>
              <a:gd name="adj" fmla="val 9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93408" y="257860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2864" y="257860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57860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52374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9984" y="2962656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-L -O &lt;릴리스 파일 주소&gt;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9984" y="3236976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9984" y="3511296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웹에서 파일 이름 우클릭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9984" y="3785616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"링크 주소 복사" 값을 붙여넣기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0740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clone·pull 과 무엇이 다른가요?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809744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clone·pull은 저장소 “전체”를 다룹니다.  Releases는 “3주차 실습파일”처럼 필요한 묶음만 콕 집어 받을 때 씁니다.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중 편한 쪽을 쓰면 되고, 평소에는 pull 하나로 충분합니다.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559552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59552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Releases가 비어 있으면 아직 만들지 않은 것입니다. 그때는 평소처럼 pull을 쓰세요.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오류가 나면 이렇게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모든 문제가 이 세 가지 중 하나입니다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10911535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94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bash: git: command not found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2194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안 되었거나 창을 다시 열지 않았습니다.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59689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Bash를 껐다가 다시 여세요. 그래도 같으면 설치를 다시 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10911535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310128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310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fatal: destination path 'C' already exists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33101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clone을 한 적이 있습니다.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12464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받을 필요 없습니다. 그 폴더로 들어가 git pull 을 치세요.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11535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25696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425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fatal: not a git repository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44256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clone으로 만든 폴더 “밖”에서 명령을 쳤습니다.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828032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안으로 들어가서 우클릭 → Open Git Bash here 로 다시 여세요.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559552"/>
            <a:ext cx="10911535" cy="585216"/>
          </a:xfrm>
          <a:prstGeom prst="roundRect">
            <a:avLst>
              <a:gd name="adj" fmla="val 7813"/>
            </a:avLst>
          </a:prstGeom>
          <a:solidFill>
            <a:srgbClr val="EAF2FD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559552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 안 되면  </a:t>
            </a:r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메시지 전체를 그대로 캡처해서 질문하세요. 메시지 안에 답이 들어 있는 경우가 대부분입니다.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강의자료 받기  |  github.com/ikjaekim-sketch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건 이게 전부입니다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한 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205740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https://github.com/ikjaekim-sketch/C.git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0" y="205740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자료를 통째로 받아옵니다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301752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0" y="30175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자료만 받아옵니다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22272E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9776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61120" y="39776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잘 됐는지 봅니다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1F2D24"/>
          </a:solidFill>
          <a:ln w="12700">
            <a:solidFill>
              <a:srgbClr val="2F6E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0292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언제든 질문하세요.  </a:t>
            </a:r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메시지를 캡처해서 가져오면 훨씬 빨리 해결됩니다.  </a:t>
            </a:r>
            <a:pPr indent="0" marL="0">
              <a:buNone/>
            </a:pPr>
            <a:r>
              <a:rPr lang="en-US" sz="125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어려우면 웹에서 ZIP으로 받아도 수업에는 지장 없습니다.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github.com/ikjaekim-sketch   ·   AI  ·  C  ·  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GitHub에서 강의자료 받기</dc:title>
  <dc:subject>PptxGenJS Presentation</dc:subject>
  <dc:creator>ikjaekim-sketch</dc:creator>
  <cp:lastModifiedBy>ikjaekim-sketch</cp:lastModifiedBy>
  <cp:revision>1</cp:revision>
  <dcterms:created xsi:type="dcterms:W3CDTF">2026-08-21T05:39:06Z</dcterms:created>
  <dcterms:modified xsi:type="dcterms:W3CDTF">2026-08-21T05:39:06Z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TrbqmgpvGnqDaGh8-_BpBq6yULc202606010000000</vt:lpwstr>
  </property>
  <property fmtid="{D5CDD505-2E9C-101B-9397-08002B2CF9AE}" pid="3" name="docPath">
    <vt:lpwstr>QzpcVXNlcnNcdXNlclxDb3dvcmtcbm9kb1xHaXRIdWJfsK3Ax8Dat+Ffud60wrn9X8fQu/2+yLO7LnBwdHg=</vt:lpwstr>
  </property>
  <property fmtid="{D5CDD505-2E9C-101B-9397-08002B2CF9AE}" pid="4" name="docUid">
    <vt:lpwstr>TrbqmgpvGnqDaGh8-_BpBq6yULc</vt:lpwstr>
  </property>
  <property fmtid="{D5CDD505-2E9C-101B-9397-08002B2CF9AE}" pid="5" name="parentBranchUid">
    <vt:lpwstr/>
  </property>
</Properties>
</file>